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GitHub Actions · .github/workflows/ci.yml · se ejecuta al actualizar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Disparador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push a main, develop,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feature/**, release/**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Pull Request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cron diario 01:00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1. Unitarias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CP-01 a CP-04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8.2 · 8.3 · 8.4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Integración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CP-05 y CP-06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Inventario + archivo 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Sistema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CP-07 y CP-08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-S + HTTP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CP-09 y CP-10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escenarios de la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5. Regresión DEF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inyecta DEF-01 y DEF-02;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las pruebas deben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detectarlos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12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PR integrable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todos los checks en verde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cxnSp>
        <p:nvCxnSpPr>
          <p:cNvPr id="10" name="Connector 9"/>
          <p:cNvCxnSpPr>
            <a:stCxn id="3" idx="3"/>
            <a:endCxn id="4" idx="1"/>
          </p:cNvCxnSpPr>
          <p:nvPr/>
        </p:nvCxnSpPr>
        <p:spPr>
          <a:xfrm flipV="1">
            <a:off x="18470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3"/>
            <a:endCxn id="5" idx="1"/>
          </p:cNvCxnSpPr>
          <p:nvPr/>
        </p:nvCxnSpPr>
        <p:spPr>
          <a:xfrm flipV="1">
            <a:off x="349300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3"/>
            <a:endCxn id="6" idx="1"/>
          </p:cNvCxnSpPr>
          <p:nvPr/>
        </p:nvCxnSpPr>
        <p:spPr>
          <a:xfrm flipV="1">
            <a:off x="513892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V="1">
            <a:off x="678484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8" idx="1"/>
          </p:cNvCxnSpPr>
          <p:nvPr/>
        </p:nvCxnSpPr>
        <p:spPr>
          <a:xfrm flipV="1">
            <a:off x="843076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8" idx="3"/>
            <a:endCxn id="9" idx="1"/>
          </p:cNvCxnSpPr>
          <p:nvPr/>
        </p:nvCxnSpPr>
        <p:spPr>
          <a:xfrm flipV="1">
            <a:off x="100766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5234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9826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4418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9010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52344" y="3840480"/>
            <a:ext cx="4937760" cy="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21224" y="3840480"/>
            <a:ext cx="0" cy="457200"/>
          </a:xfrm>
          <a:prstGeom prst="line">
            <a:avLst/>
          </a:prstGeom>
          <a:ln w="28575">
            <a:solidFill>
              <a:srgbClr val="5A62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03704" y="4315968"/>
            <a:ext cx="6035040" cy="11430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Reporte de resultados (siempre se ejecuta)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Junta los junit-*.xml de cada nivel, publica la tabla en el resumen del job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sube el artefacto «evidencia-pruebas» (reporte HTML, JSON y JUnit).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315968"/>
            <a:ext cx="2880360" cy="114300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Si un nivel falla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siguientes no corren y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el Pull Request se bloquea.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concurrency: un push nuevo en la misma rama cancela la ejecución anterior · caché de Composer por versión de PHP · protección de ramas: main y develop solo aceptan PR con todos los checks en verde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Repetición de las pruebas al corregir un defecto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Ciclo que sigue cada defecto (DEF-01, DEF-02) hasta cerrarse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1. Registro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Chuina registra el defecto en Trello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con ID, caso que falló y evidencia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2628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2. Corrección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Pablo crea la rama fix/DEF-0X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desde develop y corrige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3. Confirmación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se repite solo el caso que falló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phpunit --filter 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4. Regresión completa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el PR dispara el CI: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los 10 casos por niveles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5. Defectos inyectados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simular-defectos.php confirma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que se siguen detectando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6. Cierre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Emily aprueba el PR, merge a develop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y el defecto pasa a Cerrado</a:t>
            </a:r>
          </a:p>
        </p:txBody>
      </p:sp>
      <p:cxnSp>
        <p:nvCxnSpPr>
          <p:cNvPr id="9" name="Connector 8"/>
          <p:cNvCxnSpPr>
            <a:stCxn id="3" idx="3"/>
            <a:endCxn id="4" idx="1"/>
          </p:cNvCxnSpPr>
          <p:nvPr/>
        </p:nvCxnSpPr>
        <p:spPr>
          <a:xfrm flipV="1">
            <a:off x="370332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4" idx="3"/>
            <a:endCxn id="5" idx="1"/>
          </p:cNvCxnSpPr>
          <p:nvPr/>
        </p:nvCxnSpPr>
        <p:spPr>
          <a:xfrm flipV="1">
            <a:off x="768096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 flipH="1">
            <a:off x="10081260" y="3017520"/>
            <a:ext cx="0" cy="9144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1"/>
            <a:endCxn id="7" idx="3"/>
          </p:cNvCxnSpPr>
          <p:nvPr/>
        </p:nvCxnSpPr>
        <p:spPr>
          <a:xfrm flipH="1" flipV="1">
            <a:off x="768096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H="1" flipV="1">
            <a:off x="370332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355080" y="3017520"/>
            <a:ext cx="2880360" cy="914400"/>
          </a:xfrm>
          <a:prstGeom prst="line">
            <a:avLst/>
          </a:prstGeom>
          <a:ln w="28575">
            <a:solidFill>
              <a:srgbClr val="B4231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20640" y="3429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si algún caso falla, se regresa a corrección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Regresión nocturna: el CI repite la suite completa cada día a la 01:00 aunque no haya cambios.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Clasificación de los casos de prueba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10 casos automatizados con PHPUnit, una carpeta por nivel en tests/</a:t>
            </a:r>
          </a:p>
        </p:txBody>
      </p:sp>
      <p:sp>
        <p:nvSpPr>
          <p:cNvPr id="3" name="Rectangle 2"/>
          <p:cNvSpPr/>
          <p:nvPr/>
        </p:nvSpPr>
        <p:spPr>
          <a:xfrm>
            <a:off x="3992727" y="1417320"/>
            <a:ext cx="4206240" cy="1005840"/>
          </a:xfrm>
          <a:prstGeom prst="rect">
            <a:avLst/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Aceptación · CP-09, CP-10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Escenarios de la cliente (Dado / Cuando / Entonces) contra el sistema en ejecución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169767" y="2606040"/>
            <a:ext cx="5852160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Sistema · CP-07, CP-08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Aplicación completa por HTTP: servidor php -S, API y archivo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346807" y="3794760"/>
            <a:ext cx="7498079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Integración · CP-05, CP-06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Inventario + RepositorioInventario + archivo JSON trabajando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3847" y="4983480"/>
            <a:ext cx="9144000" cy="1005840"/>
          </a:xfrm>
          <a:prstGeom prst="rect">
            <a:avLst/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rtlCol="0" anchor="t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Unitarias · CP-01 a CP-04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Clases Inventario y Producto aisladas, en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Más arriba: más cerca de lo que usa la cliente y más lento (≈ 0.9 s por caso). Más abajo: más rápido (milisegundos) y más preciso para ubicar el error.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461</Words>
  <Application>Microsoft Office PowerPoint</Application>
  <PresentationFormat>Panorámica</PresentationFormat>
  <Paragraphs>66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Diagramas - Actividad 2</dc:title>
  <dc:subject/>
  <dc:creator>Equipo Sistema de Inventario</dc:creator>
  <cp:keywords/>
  <dc:description/>
  <cp:lastModifiedBy>HAYDRA ZEDNANREH</cp:lastModifiedBy>
  <cp:revision>1</cp:revision>
  <dcterms:created xsi:type="dcterms:W3CDTF">2013-01-27T09:14:16Z</dcterms:created>
  <dcterms:modified xsi:type="dcterms:W3CDTF">2026-10-29T02:14:08Z</dcterms:modified>
  <cp:category/>
</cp:coreProperties>
</file>