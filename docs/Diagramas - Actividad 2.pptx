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Flujo de integración continua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GitHub Actions · .github/workflows/ci.yml · se ejecuta al actualizar el repositorio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5A6270"/>
                </a:solidFill>
                <a:latin typeface="Calibri"/>
              </a:rPr>
              <a:t>Disparador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push a main, develop,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feature/**, release/**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Pull Request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cron diario 01:00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1. Unitarias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CP-01 a CP-04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PHP 8.2 · 8.3 · 8.4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2. Integración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CP-05 y CP-06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Inventario + archivo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3. Sistema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CP-07 y CP-08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php -S + HTTP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4. Aceptación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CP-09 y CP-10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escenarios de la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5. Regresión DEF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inyecta DEF-01 y DEF-02;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las pruebas deben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detectarlos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7A4D"/>
                </a:solidFill>
                <a:latin typeface="Calibri"/>
              </a:rPr>
              <a:t>PR integrable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todos los checks en verde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→ merge a develop / main</a:t>
            </a:r>
          </a:p>
        </p:txBody>
      </p:sp>
      <p:cxnSp>
        <p:nvCxnSpPr>
          <p:cNvPr id="10" name="Connector 9"/>
          <p:cNvCxnSpPr>
            <a:stCxn id="3" idx="3"/>
            <a:endCxn id="4" idx="1"/>
          </p:cNvCxnSpPr>
          <p:nvPr/>
        </p:nvCxnSpPr>
        <p:spPr>
          <a:xfrm flipV="1">
            <a:off x="184708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3"/>
            <a:endCxn id="5" idx="1"/>
          </p:cNvCxnSpPr>
          <p:nvPr/>
        </p:nvCxnSpPr>
        <p:spPr>
          <a:xfrm flipV="1">
            <a:off x="349300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3"/>
            <a:endCxn id="6" idx="1"/>
          </p:cNvCxnSpPr>
          <p:nvPr/>
        </p:nvCxnSpPr>
        <p:spPr>
          <a:xfrm flipV="1">
            <a:off x="513892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V="1">
            <a:off x="678484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3"/>
            <a:endCxn id="8" idx="1"/>
          </p:cNvCxnSpPr>
          <p:nvPr/>
        </p:nvCxnSpPr>
        <p:spPr>
          <a:xfrm flipV="1">
            <a:off x="843076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8" idx="3"/>
            <a:endCxn id="9" idx="1"/>
          </p:cNvCxnSpPr>
          <p:nvPr/>
        </p:nvCxnSpPr>
        <p:spPr>
          <a:xfrm flipV="1">
            <a:off x="1007668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5234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826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4418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9010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52344" y="3840480"/>
            <a:ext cx="4937760" cy="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21224" y="3840480"/>
            <a:ext cx="0" cy="457200"/>
          </a:xfrm>
          <a:prstGeom prst="line">
            <a:avLst/>
          </a:prstGeom>
          <a:ln w="28575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03704" y="4315968"/>
            <a:ext cx="6035040" cy="1143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5A6270"/>
                </a:solidFill>
                <a:latin typeface="Calibri"/>
              </a:rPr>
              <a:t>Reporte de resultados (siempre se ejecuta)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Junta los junit-*.xml de cada nivel, publica la tabla en el resumen del job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y sube el artefacto «evidencia-pruebas» (reporte HTML, JSON y JUnit).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4315968"/>
            <a:ext cx="2880360" cy="1143000"/>
          </a:xfrm>
          <a:prstGeom prst="roundRect">
            <a:avLst>
              <a:gd name="adj" fmla="val 10000"/>
            </a:avLst>
          </a:prstGeom>
          <a:solidFill>
            <a:srgbClr val="FDE8E6"/>
          </a:solidFill>
          <a:ln w="254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B42318"/>
                </a:solidFill>
                <a:latin typeface="Calibri"/>
              </a:rPr>
              <a:t>Si un nivel falla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los siguientes no corren y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el Pull Request se bloquea.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A6270"/>
                </a:solidFill>
                <a:latin typeface="Calibri"/>
              </a:rPr>
              <a:t>concurrency: un push nuevo en la misma rama cancela la ejecución anterior · caché de Composer por versión de PHP · protección de ramas: main y develop solo aceptan PR con todos los checks en verde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Repetición de las pruebas al corregir un defecto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Ciclo que sigue cada defecto (DEF-01, DEF-02) hasta cerrarse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1. Registro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Chuina registra el defecto en Trello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con ID, caso que falló y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2. Corrección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Pablo crea la rama fix/DEF-0X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desde develop y corrige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3. Confirmación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se repite solo el caso que falló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phpunit --filter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4. Regresión completa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el PR dispara el CI: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los 10 casos por niveles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5. Defectos inyectados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simular-defectos.php confirma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que se siguen detectando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6. Cierre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Emily revisa el PR, merge a develop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y el defecto pasa a Cerrado</a:t>
            </a:r>
          </a:p>
        </p:txBody>
      </p:sp>
      <p:cxnSp>
        <p:nvCxnSpPr>
          <p:cNvPr id="9" name="Connector 8"/>
          <p:cNvCxnSpPr>
            <a:stCxn id="3" idx="3"/>
            <a:endCxn id="4" idx="1"/>
          </p:cNvCxnSpPr>
          <p:nvPr/>
        </p:nvCxnSpPr>
        <p:spPr>
          <a:xfrm flipV="1">
            <a:off x="3703320" y="224028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4" idx="3"/>
            <a:endCxn id="5" idx="1"/>
          </p:cNvCxnSpPr>
          <p:nvPr/>
        </p:nvCxnSpPr>
        <p:spPr>
          <a:xfrm flipV="1">
            <a:off x="7680960" y="224028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6" idx="0"/>
          </p:cNvCxnSpPr>
          <p:nvPr/>
        </p:nvCxnSpPr>
        <p:spPr>
          <a:xfrm flipH="1">
            <a:off x="10081260" y="3017520"/>
            <a:ext cx="0" cy="91440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1"/>
            <a:endCxn id="7" idx="3"/>
          </p:cNvCxnSpPr>
          <p:nvPr/>
        </p:nvCxnSpPr>
        <p:spPr>
          <a:xfrm flipH="1" flipV="1">
            <a:off x="7680960" y="470916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1"/>
            <a:endCxn id="8" idx="3"/>
          </p:cNvCxnSpPr>
          <p:nvPr/>
        </p:nvCxnSpPr>
        <p:spPr>
          <a:xfrm flipH="1" flipV="1">
            <a:off x="3703320" y="470916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355080" y="3017520"/>
            <a:ext cx="2880360" cy="91440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206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42318"/>
                </a:solidFill>
                <a:latin typeface="Calibri"/>
              </a:rPr>
              <a:t>si algún caso falla, se regresa a corrección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>
                <a:solidFill>
                  <a:srgbClr val="5A6270"/>
                </a:solidFill>
                <a:latin typeface="Calibri"/>
              </a:rPr>
              <a:t>Regresión nocturna: el CI repite la suite completa cada día a la 01:00 aunque no haya cambios.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Clasificación de los casos de prueba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10 casos automatizados con PHPUnit, una carpeta por nivel en tests/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2727" y="1417320"/>
            <a:ext cx="4206240" cy="1005840"/>
          </a:xfrm>
          <a:prstGeom prst="rect">
            <a:avLst/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Aceptación · CP-09, CP-10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Escenarios de la cliente (Dado / Cuando / Entonces) contra el sistema en ejecución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69767" y="2606040"/>
            <a:ext cx="5852160" cy="1005840"/>
          </a:xfrm>
          <a:prstGeom prst="rect">
            <a:avLst/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Sistema · CP-07, CP-08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Aplicación completa por HTTP: servidor php -S, API y archivo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6807" y="3794760"/>
            <a:ext cx="7498079" cy="1005840"/>
          </a:xfrm>
          <a:prstGeom prst="rect">
            <a:avLst/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Integración · CP-05, CP-06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Inventario + RepositorioInventario + archivo JSON trabajando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3847" y="4983480"/>
            <a:ext cx="9144000" cy="1005840"/>
          </a:xfrm>
          <a:prstGeom prst="rect">
            <a:avLst/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Unitarias · CP-01 a CP-04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Clases Inventario y Producto aisladas, en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A6270"/>
                </a:solidFill>
                <a:latin typeface="Calibri"/>
              </a:rPr>
              <a:t>Más arriba: más cerca de lo que usa la cliente y más lento (≈ 0.9 s por caso). Más abajo: más rápido (milisegundos) y más preciso para ubicar el 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- Actividad 2</dc:title>
  <dc:subject/>
  <dc:creator>Equipo Sistema de Inventario</dc:creator>
  <cp:keywords/>
  <dc:description/>
  <cp:lastModifiedBy>Equipo Sistema de Inventario</cp:lastModifiedBy>
  <cp:revision>1</cp:revision>
  <dcterms:created xsi:type="dcterms:W3CDTF">2026-10-31T05:34:00Z</dcterms:created>
  <dcterms:modified xsi:type="dcterms:W3CDTF">2013-01-27T09:15:58Z</dcterms:modified>
  <cp:category/>
</cp:coreProperties>
</file>